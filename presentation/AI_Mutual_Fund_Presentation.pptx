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Mutual Fund Analyzer &amp; Recommender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Subtitle: End-to-end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Build an end-to-end pipeline to ingest NAV data, engineer features, rank and recommend mutual funds.</a:t>
            </a:r>
          </a:p>
          <a:p>
            <a:pPr>
              <a:defRPr sz="1800"/>
            </a:pPr>
            <a:r>
              <a:t>Demonstrate Airflow orchestration, FastAPI backend, and Streamlit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Python 3.10</a:t>
            </a:r>
          </a:p>
          <a:p>
            <a:pPr>
              <a:defRPr sz="1800"/>
            </a:pPr>
            <a:r>
              <a:t>Airflow (Docker Compose)</a:t>
            </a:r>
          </a:p>
          <a:p>
            <a:pPr>
              <a:defRPr sz="1800"/>
            </a:pPr>
            <a:r>
              <a:t>FastAPI + Uvicorn (API)</a:t>
            </a:r>
          </a:p>
          <a:p>
            <a:pPr>
              <a:defRPr sz="1800"/>
            </a:pPr>
            <a:r>
              <a:t>Streamlit (Dashboard)</a:t>
            </a:r>
          </a:p>
          <a:p>
            <a:pPr>
              <a:defRPr sz="1800"/>
            </a:pPr>
            <a:r>
              <a:t>Pandas, NumPy, scikit-learn, Plotly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(render separately if you want an image):</a:t>
            </a:r>
          </a:p>
          <a:p/>
          <a:p/>
          <a:p>
            <a:r>
              <a:t>flowchart LR</a:t>
            </a:r>
            <a:br/>
            <a:r>
              <a:t>    A[AMFI NAV (NAVAll.txt)] --&gt; B[Ingestion]</a:t>
            </a:r>
            <a:br/>
            <a:r>
              <a:t>    B --&gt; C[Data Cleaning]</a:t>
            </a:r>
            <a:br/>
            <a:r>
              <a:t>    C --&gt; D[Feature Engineering]</a:t>
            </a:r>
            <a:br/>
            <a:r>
              <a:t>    D --&gt; E[Data Store / CSVs]</a:t>
            </a:r>
            <a:br/>
            <a:r>
              <a:t>    E --&gt; F[FastAPI Backend]</a:t>
            </a:r>
            <a:br/>
            <a:r>
              <a:t>    F --&gt; G[Streamlit Dashboard]</a:t>
            </a:r>
            <a:br/>
            <a:r>
              <a:t>    D --&gt; H[ML: Clustering / Ranking / Recommendation]</a:t>
            </a:r>
            <a:br/>
            <a:r>
              <a:t>    H --&gt; G</a:t>
            </a:r>
            <a:br/>
            <a:r>
              <a:t>    subgraph Airflow</a:t>
            </a:r>
            <a:br/>
            <a:r>
              <a:t>      B</a:t>
            </a:r>
            <a:br/>
            <a:r>
              <a:t>      C</a:t>
            </a:r>
            <a:br/>
            <a:r>
              <a:t>      D</a:t>
            </a:r>
            <a:br/>
            <a:r>
              <a:t>      H</a:t>
            </a:r>
            <a:br/>
            <a:r>
              <a:t>    end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AMFI NAVAll.txt (live fallback)</a:t>
            </a:r>
          </a:p>
          <a:p>
            <a:pPr>
              <a:defRPr sz="1800"/>
            </a:pPr>
            <a:r>
              <a:t>Local CSVs: data/cleaned_nav_data.csv, data/nav_with_features.csv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Ingestion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Airflow DAGs ingest raw NAV, clean, and run feature engineering.</a:t>
            </a:r>
          </a:p>
          <a:p>
            <a:pPr>
              <a:defRPr sz="1800"/>
            </a:pPr>
            <a:r>
              <a:t>Key features: volatility (30d), Sharpe, RSI, moving averages, drawdown.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FastAPI exposes endpoints for scheme search, recommendations, and rankings.</a:t>
            </a:r>
          </a:p>
          <a:p>
            <a:pPr>
              <a:defRPr sz="1800"/>
            </a:pPr>
            <a:r>
              <a:t>Caches engineered features for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/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Streamlit pages: Dashboard, Scheme Search, Comparison, Rankings, Statistics, ML clusters, ML rankings, ML recommendations.</a:t>
            </a:r>
          </a:p>
          <a:p>
            <a:pPr>
              <a:defRPr sz="1800"/>
            </a:pPr>
            <a:r>
              <a:t>Compact info buttons added next to metrics for one-line explanations.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Streamlit Cloud: UI-only requirements.txt (no backend pins).</a:t>
            </a:r>
          </a:p>
          <a:p>
            <a:pPr>
              <a:defRPr sz="1800"/>
            </a:pPr>
            <a:r>
              <a:t>Airflow runs via Docker Compose locally or remote server.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Start Airflow (Docker Compose)</a:t>
            </a:r>
          </a:p>
          <a:p>
            <a:pPr>
              <a:defRPr sz="1800"/>
            </a:pPr>
            <a:r>
              <a:t>2. Start API: `python run_api_server.py`</a:t>
            </a:r>
          </a:p>
          <a:p>
            <a:pPr>
              <a:defRPr sz="1800"/>
            </a:pPr>
            <a:r>
              <a:t>3. Start Dashboard: `python run_dashboard.py`</a:t>
            </a:r>
          </a:p>
          <a:p>
            <a:pPr>
              <a:defRPr sz="1800"/>
            </a:pPr>
            <a:r>
              <a:t>4. Show live fallback (AMFI download) when CSVs missing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Issues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Streamlit Cloud redeploy must pick latest commits to use live fallback.</a:t>
            </a:r>
          </a:p>
          <a:p>
            <a:pPr>
              <a:defRPr sz="1800"/>
            </a:pPr>
            <a:r>
              <a:t>Future: persist engineered features, add auth, production CI/CD.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Repository: local workspace</a:t>
            </a:r>
          </a:p>
          <a:p>
            <a:pPr>
              <a:defRPr sz="1800"/>
            </a:pPr>
            <a:r>
              <a:t>AMFI NAV: https://www.amfiindia.com/spages/NAVAll.txt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Contact: (Your Name) —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